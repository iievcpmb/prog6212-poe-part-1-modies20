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6" r:id="rId3"/>
    <p:sldId id="272" r:id="rId4"/>
    <p:sldId id="273" r:id="rId5"/>
    <p:sldId id="286" r:id="rId6"/>
    <p:sldId id="289" r:id="rId7"/>
    <p:sldId id="293" r:id="rId8"/>
    <p:sldId id="297" r:id="rId9"/>
    <p:sldId id="294" r:id="rId10"/>
    <p:sldId id="29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51CEBEB-5088-4E63-81A4-0DCEB5B45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Contract Monthly Claim System 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1800" dirty="0"/>
              <a:t>Prog6212 POE Part 3 </a:t>
            </a:r>
          </a:p>
          <a:p>
            <a:pPr algn="ctr"/>
            <a:r>
              <a:rPr lang="en-US" sz="1800" dirty="0"/>
              <a:t>Mpumelelo Chonco  /  st10449316</a:t>
            </a:r>
          </a:p>
          <a:p>
            <a:pPr algn="ctr"/>
            <a:r>
              <a:rPr lang="en-US" sz="1800" dirty="0"/>
              <a:t>Due Date : 21 November 2025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System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Purpose: The process simplifies claim submission and approval.</a:t>
            </a:r>
          </a:p>
          <a:p>
            <a:endParaRPr lang="en-US" dirty="0"/>
          </a:p>
          <a:p>
            <a:r>
              <a:rPr lang="en-US" dirty="0"/>
              <a:t>Key Users: Lecturers, Coordinators, Managers, HR</a:t>
            </a:r>
          </a:p>
          <a:p>
            <a:endParaRPr lang="en-US" dirty="0"/>
          </a:p>
          <a:p>
            <a:r>
              <a:rPr lang="en-US" dirty="0"/>
              <a:t>Technology Stack: ASP.NET Core MVC, Entity Framework, Bootstrap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Lecturer Features &amp; Automation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76FAACD-155D-0EA9-88EF-65D8DDA4E3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560" r="5560"/>
          <a:stretch>
            <a:fillRect/>
          </a:stretch>
        </p:blipFill>
        <p:spPr>
          <a:xfrm>
            <a:off x="6475413" y="242888"/>
            <a:ext cx="5551487" cy="41640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E8FBB8-F68D-0B7C-400D-96A7D785B129}"/>
              </a:ext>
            </a:extLst>
          </p:cNvPr>
          <p:cNvSpPr txBox="1"/>
          <p:nvPr/>
        </p:nvSpPr>
        <p:spPr>
          <a:xfrm>
            <a:off x="606490" y="858416"/>
            <a:ext cx="49638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Auto-calculation of totals.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Validation policy in real-time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File upload with restrictions.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User-friendly design of forms.</a:t>
            </a:r>
            <a:endParaRPr lang="en-ZA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rmAutofit/>
          </a:bodyPr>
          <a:lstStyle/>
          <a:p>
            <a:r>
              <a:rPr lang="en-US" sz="3300" dirty="0"/>
              <a:t>Manager /Coordinator Automation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en-US" sz="8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/>
          <a:p>
            <a:r>
              <a:rPr lang="en-US" dirty="0"/>
              <a:t>Status tracking with visualization of progress.</a:t>
            </a:r>
          </a:p>
          <a:p>
            <a:endParaRPr lang="en-US" dirty="0"/>
          </a:p>
          <a:p>
            <a:r>
              <a:rPr lang="en-US" dirty="0"/>
              <a:t>Bulk approval capabilities.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/>
          <a:p>
            <a:r>
              <a:rPr lang="en-US" dirty="0"/>
              <a:t>Automated policy compliance checks.</a:t>
            </a:r>
          </a:p>
          <a:p>
            <a:endParaRPr lang="en-US" dirty="0"/>
          </a:p>
          <a:p>
            <a:r>
              <a:rPr lang="en-US" dirty="0"/>
              <a:t>Override Approval Workflow.</a:t>
            </a:r>
          </a:p>
        </p:txBody>
      </p:sp>
      <p:pic>
        <p:nvPicPr>
          <p:cNvPr id="9" name="Picture Placeholder 8" descr="A finger pressing a button">
            <a:extLst>
              <a:ext uri="{FF2B5EF4-FFF2-40B4-BE49-F238E27FC236}">
                <a16:creationId xmlns:a16="http://schemas.microsoft.com/office/drawing/2014/main" id="{8BAF6F46-27D0-C3AB-67B2-5ADE66E9216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8747" r="18746" b="-1"/>
          <a:stretch>
            <a:fillRect/>
          </a:stretch>
        </p:blipFill>
        <p:spPr>
          <a:xfrm>
            <a:off x="4908415" y="-4277"/>
            <a:ext cx="7283585" cy="6204974"/>
          </a:xfrm>
          <a:noFill/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5</a:t>
            </a:fld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Report generation.</a:t>
            </a:r>
          </a:p>
          <a:p>
            <a:r>
              <a:rPr lang="en-US" dirty="0"/>
              <a:t>Lecturer management.</a:t>
            </a:r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Dashboard with analytics.</a:t>
            </a:r>
          </a:p>
          <a:p>
            <a:r>
              <a:rPr lang="en-US" dirty="0"/>
              <a:t>Payment processing</a:t>
            </a:r>
          </a:p>
          <a:p>
            <a:endParaRPr lang="en-US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38B0024B-0AD8-4DDB-8486-A9BD3A8E9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476" y="1593851"/>
            <a:ext cx="5582064" cy="1929569"/>
          </a:xfrm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18D1195C-D9D4-4994-BAD9-68AA2C2BD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0B770E-507E-4361-9D91-5007702BFC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7700" y="4518024"/>
            <a:ext cx="5372100" cy="94038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Repository Pattern.</a:t>
            </a:r>
            <a:b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b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Error Handling &amp; Validation.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BEE08E-D5C0-42E2-AB73-7CCC07B72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b="0" dirty="0"/>
              <a:t>MVC Pattern.</a:t>
            </a:r>
          </a:p>
          <a:p>
            <a:r>
              <a:rPr lang="en-US" sz="1800" b="0" dirty="0"/>
              <a:t>Entity Framework ORM.</a:t>
            </a:r>
          </a:p>
          <a:p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BEB88-12D3-41F1-B6BA-706EF7480F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38C2D-2237-4F93-E5F0-6784164ECAC1}"/>
              </a:ext>
            </a:extLst>
          </p:cNvPr>
          <p:cNvSpPr txBox="1"/>
          <p:nvPr/>
        </p:nvSpPr>
        <p:spPr>
          <a:xfrm>
            <a:off x="6531429" y="335902"/>
            <a:ext cx="5287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Technical Architecture </a:t>
            </a:r>
            <a:endParaRPr lang="en-ZA" sz="3200" b="1" dirty="0"/>
          </a:p>
        </p:txBody>
      </p:sp>
      <p:pic>
        <p:nvPicPr>
          <p:cNvPr id="12" name="Picture Placeholder 11" descr="A diagram of a person&#10;&#10;Description automatically generated">
            <a:extLst>
              <a:ext uri="{FF2B5EF4-FFF2-40B4-BE49-F238E27FC236}">
                <a16:creationId xmlns:a16="http://schemas.microsoft.com/office/drawing/2014/main" id="{E8B0F8D3-A665-9F76-C48D-EE500B9C203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580" r="3580"/>
          <a:stretch>
            <a:fillRect/>
          </a:stretch>
        </p:blipFill>
        <p:spPr/>
      </p:pic>
      <p:pic>
        <p:nvPicPr>
          <p:cNvPr id="18" name="Picture Placeholder 17" descr="A diagram of a error handling&#10;&#10;Description automatically generated">
            <a:extLst>
              <a:ext uri="{FF2B5EF4-FFF2-40B4-BE49-F238E27FC236}">
                <a16:creationId xmlns:a16="http://schemas.microsoft.com/office/drawing/2014/main" id="{B535084F-871F-00E7-A583-463E105DC1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104" r="111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49670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&amp; Validation 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0F5C8F58-81B2-4162-9563-70C679CF8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7857" t="-6122" r="-17857" b="-6122"/>
          <a:stretch/>
        </p:blipFill>
        <p:spPr>
          <a:xfrm>
            <a:off x="876300" y="1739900"/>
            <a:ext cx="1689100" cy="1397000"/>
          </a:xfrm>
        </p:spPr>
      </p:pic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2AD0E03E-80ED-4CBF-B567-3E1EAB01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8293" t="-6483" r="-18293" b="-6483"/>
          <a:stretch/>
        </p:blipFill>
        <p:spPr>
          <a:xfrm>
            <a:off x="3829813" y="4263232"/>
            <a:ext cx="1689100" cy="1397000"/>
          </a:xfrm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F1E0AF3E-867C-4F0D-8325-9DC9A985B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6501" t="-5000" r="-16501" b="-5000"/>
          <a:stretch/>
        </p:blipFill>
        <p:spPr>
          <a:xfrm>
            <a:off x="6744524" y="1739900"/>
            <a:ext cx="1689100" cy="1397000"/>
          </a:xfrm>
        </p:spPr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43BC7054-E269-4210-98F5-65D485066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8293" t="-6483" r="-18293" b="-6483"/>
          <a:stretch/>
        </p:blipFill>
        <p:spPr>
          <a:xfrm>
            <a:off x="9659235" y="4263232"/>
            <a:ext cx="1689100" cy="13970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1B6E4D-6942-45C5-99A9-6B769E8902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Input validation.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269992-EA9D-41F6-85C3-B789218471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anchor="b"/>
          <a:lstStyle/>
          <a:p>
            <a:r>
              <a:rPr lang="en-US" dirty="0"/>
              <a:t>Policy enforcement.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FAA7E0-5467-48C2-A0A1-08FFCDD0AB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Error handling.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CD0F95-69FE-4CD4-B47D-11711D3942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anchor="b"/>
          <a:lstStyle/>
          <a:p>
            <a:r>
              <a:rPr lang="en-US" dirty="0"/>
              <a:t>File type/size limitations.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F575B-8CC2-D513-C2EA-A05E9CABF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997E47-1B52-64F6-7D90-45BC4059CE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7700" y="4518024"/>
            <a:ext cx="5372100" cy="94038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Status Tracking.</a:t>
            </a:r>
            <a:b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b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Intuitive navigation.</a:t>
            </a:r>
            <a:br>
              <a:rPr kumimoji="0" lang="en-US" sz="1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812CA0-BEA2-0001-D67B-083774433B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b="0" dirty="0"/>
              <a:t>Responsive design.</a:t>
            </a:r>
          </a:p>
          <a:p>
            <a:r>
              <a:rPr lang="en-US" sz="1800" b="0" dirty="0"/>
              <a:t>Real-time feedback.</a:t>
            </a:r>
          </a:p>
          <a:p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5A2A2-5922-64F5-8A0B-666B411C76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8938" y="6581775"/>
            <a:ext cx="373062" cy="206375"/>
          </a:xfrm>
        </p:spPr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79EF3A-1890-1A2F-BFEE-2828ACEDD6AE}"/>
              </a:ext>
            </a:extLst>
          </p:cNvPr>
          <p:cNvSpPr txBox="1"/>
          <p:nvPr/>
        </p:nvSpPr>
        <p:spPr>
          <a:xfrm>
            <a:off x="6531429" y="335902"/>
            <a:ext cx="5287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User Experience </a:t>
            </a:r>
            <a:endParaRPr lang="en-ZA" sz="3200" b="1" dirty="0"/>
          </a:p>
        </p:txBody>
      </p:sp>
      <p:pic>
        <p:nvPicPr>
          <p:cNvPr id="7" name="Picture Placeholder 6" descr="A black and white truck with a pin&#10;&#10;Description automatically generated">
            <a:extLst>
              <a:ext uri="{FF2B5EF4-FFF2-40B4-BE49-F238E27FC236}">
                <a16:creationId xmlns:a16="http://schemas.microsoft.com/office/drawing/2014/main" id="{2CA61517-E313-135B-5344-859809F5FD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4258" b="14258"/>
          <a:stretch>
            <a:fillRect/>
          </a:stretch>
        </p:blipFill>
        <p:spPr/>
      </p:pic>
      <p:pic>
        <p:nvPicPr>
          <p:cNvPr id="19" name="Picture Placeholder 18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4E32A03C-7E74-A09E-83EB-7A860908B3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220" b="2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47353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3F6C7-ABBC-603A-EC47-FBE1ECB3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19CEC6-BBD7-2F6E-8326-2639001F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Impacts &amp; Benefits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A0313C-C591-374A-3270-A11F422A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A3D54-5A9B-E4CE-0B20-D6EF237208B9}"/>
              </a:ext>
            </a:extLst>
          </p:cNvPr>
          <p:cNvSpPr txBox="1"/>
          <p:nvPr/>
        </p:nvSpPr>
        <p:spPr>
          <a:xfrm>
            <a:off x="606490" y="858416"/>
            <a:ext cx="49638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Reduced processing time.</a:t>
            </a:r>
          </a:p>
          <a:p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Automated calculations.</a:t>
            </a:r>
          </a:p>
          <a:p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Policy compliance.</a:t>
            </a:r>
          </a:p>
          <a:p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Transparency of approval process. </a:t>
            </a:r>
            <a:endParaRPr lang="en-ZA" dirty="0">
              <a:highlight>
                <a:srgbClr val="C0C0C0"/>
              </a:highlight>
            </a:endParaRPr>
          </a:p>
        </p:txBody>
      </p:sp>
      <p:pic>
        <p:nvPicPr>
          <p:cNvPr id="8" name="Picture Placeholder 7" descr="A person holding a tablet and a pen&#10;&#10;Description automatically generated">
            <a:extLst>
              <a:ext uri="{FF2B5EF4-FFF2-40B4-BE49-F238E27FC236}">
                <a16:creationId xmlns:a16="http://schemas.microsoft.com/office/drawing/2014/main" id="{57AFBA73-934D-9366-3365-5640A4B2C5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3616" b="23616"/>
          <a:stretch>
            <a:fillRect/>
          </a:stretch>
        </p:blipFill>
        <p:spPr>
          <a:xfrm>
            <a:off x="4497354" y="260350"/>
            <a:ext cx="7394609" cy="3657599"/>
          </a:xfrm>
        </p:spPr>
      </p:pic>
    </p:spTree>
    <p:extLst>
      <p:ext uri="{BB962C8B-B14F-4D97-AF65-F5344CB8AC3E}">
        <p14:creationId xmlns:p14="http://schemas.microsoft.com/office/powerpoint/2010/main" val="28910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C028-6217-EFBF-8486-82A6C984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4411F0-8785-24A5-2040-6642E97D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 &amp; Conclusion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7201C0-2AFF-4C71-3E6A-01B77D8DB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Payroll systems integration.</a:t>
            </a:r>
          </a:p>
          <a:p>
            <a:r>
              <a:rPr lang="en-US" dirty="0"/>
              <a:t>Mobile app development.</a:t>
            </a:r>
          </a:p>
          <a:p>
            <a:r>
              <a:rPr lang="en-US" dirty="0"/>
              <a:t>Advanced analytics.</a:t>
            </a:r>
          </a:p>
          <a:p>
            <a:r>
              <a:rPr lang="en-US" dirty="0"/>
              <a:t>Successful implementation.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81967-334E-2CC2-504D-D9BC2BAC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C7BD756-4535-0492-CF9F-3ABD56B732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508" r="20508"/>
          <a:stretch>
            <a:fillRect/>
          </a:stretch>
        </p:blipFill>
        <p:spPr>
          <a:xfrm>
            <a:off x="1117601" y="1016000"/>
            <a:ext cx="5138058" cy="4918269"/>
          </a:xfrm>
        </p:spPr>
      </p:pic>
    </p:spTree>
    <p:extLst>
      <p:ext uri="{BB962C8B-B14F-4D97-AF65-F5344CB8AC3E}">
        <p14:creationId xmlns:p14="http://schemas.microsoft.com/office/powerpoint/2010/main" val="262769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78</TotalTime>
  <Words>218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Contract Monthly Claim System  </vt:lpstr>
      <vt:lpstr>Overview of System </vt:lpstr>
      <vt:lpstr>Lecturer Features &amp; Automation</vt:lpstr>
      <vt:lpstr>Manager /Coordinator Automation</vt:lpstr>
      <vt:lpstr>HR Features</vt:lpstr>
      <vt:lpstr>Repository Pattern.  Error Handling &amp; Validation.</vt:lpstr>
      <vt:lpstr>Security &amp; Validation </vt:lpstr>
      <vt:lpstr>Status Tracking.  Intuitive navigation. </vt:lpstr>
      <vt:lpstr>The Impacts &amp; Benefits </vt:lpstr>
      <vt:lpstr>Future Enhancement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Mpumelelo Chonco</dc:creator>
  <cp:lastModifiedBy>Mpumelelo Chonco</cp:lastModifiedBy>
  <cp:revision>1</cp:revision>
  <dcterms:created xsi:type="dcterms:W3CDTF">2025-11-20T11:43:16Z</dcterms:created>
  <dcterms:modified xsi:type="dcterms:W3CDTF">2025-11-20T13:02:13Z</dcterms:modified>
</cp:coreProperties>
</file>